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LASSO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089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DCE6F5"/>
                </a:solidFill>
              </a:defRPr>
            </a:pPr>
            <a:r>
              <a:t>Least Absolute Shrinkage and Selection Operator</a:t>
            </a:r>
            <a:br/>
            <a:r>
              <a:t>L1 Regularization &amp; Feature Selection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What is LASSO Regression?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LASSO stands for Least Absolute Shrinkage and Selection Operator.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It is a Linear Regression model with an L1 Regularization penalty.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Its main goals are reducing overfitting, simplifying the model, and selecting important features.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A key property of LASSO is that it can force some coefficients to become exactly zero.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Why Do We Use LASSO?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When the dataset contains a large number of features.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When some features are irrelevant or redundant.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To reduce overfitting and improve the model's ability to generalize.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To create a simpler and more interpretable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LASSO Mathematical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LASSO Objective = RSS + λ × Σ|βⱼ|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RSS (Residual Sum of Squares): measures the difference between actual and predicted values.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βⱼ: the coefficient associated with each feature.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λ: the regularization parameter that controls the strength of the penalty.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The absolute value |βⱼ| is what makes this an L1 regularization method.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How Does LASSO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1. Start with a Linear Regression model.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2. Add an L1 penalty to the loss function.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3. Penalize large coefficient values.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4. Shrink coefficients toward zero.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5. Some coefficients can become exactly zero, effectively removing those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Feature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Suppose we have five features: X₁, X₂, X₃, X₄, and X₅.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After training LASSO, the coefficients could be: β₁=2.1, β₂=0, β₃=1.4, β₄=0, β₅=0.8.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X₂ and X₄ are automatically excluded because their coefficients became zero.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This automatic feature selection is one of the main advantages of LASSO.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The Role of λ (Lambda) /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λ = 0: the model behaves like ordinary Linear Regression.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Small λ: weak regularization and less shrinkage.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Large λ: stronger regularization and more coefficients may become zero.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In Scikit-learn, the parameter is usually called alpha instead of λ.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Alpha is commonly selected using Cross-Validation.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LASSO vs. Ridge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LASSO: uses L1 penalty → Σ|βⱼ| → coefficients can become exactly zero.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Ridge: uses L2 penalty → Σβⱼ² → coefficients are usually reduced but not exactly zero.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LASSO is useful when automatic feature selection is desired.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Ridge is useful when we want to shrink coefficients while keeping most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Advantages of LASSO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Reduces overfitting.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Produces simpler models.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Performs automatic feature selection.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Works well when there are many features.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Can improve model interpretability by removing unnecessary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Limitations of LASSO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Choosing an inappropriate alpha can lead to underfitting or poor performance.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With highly correlated features, LASSO may select one feature and discard another similar feature.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Useful features may be removed when regularization is too strong.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Feature scaling is recommended when features have different measurement scales.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Regression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MAE: Mean Absolute Error — average absolute prediction error; lower is better.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MSE: Mean Squared Error — squares errors, giving larger errors more influence.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RMSE: Root Mean Squared Error — same unit as the target variable.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R² Score: measures the proportion of target variance explained by the model; values closer to 1 indicate more explained variance.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Machine Learning Workflow with LASSO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Data → Data Cleaning → Train/Test Split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→ Feature Scaling → Train LASSO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→ Select Alpha using Cross-Validation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→ Make Predictions → Evaluate MAE / MSE / RMSE / R²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→ Analyze coefficients to identify selected and removed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Python Example with Scikit-learn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from sklearn.linear_model import Lasso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model = Lasso(alpha=0.1)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model.fit(X_train, y_train)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predictions = model.predict(X_test)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Use model.coef_ to inspect feature coefficients and identify coefficients that became zero.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0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46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LASSO is Linear Regression with L1 Regularization.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It helps reduce overfitting and model complexity.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It can automatically perform feature selection.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The alpha parameter controls the strength of regularization.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</a:defRPr>
            </a:pPr>
            <a:r>
              <a:t>Common evaluation metrics include MAE, MSE, RMSE, and R².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